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3717925"/>
            <a:ext cx="10943167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4940300"/>
            <a:ext cx="10949517" cy="981075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YOGASCOPE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/>
              <a:t>-&gt; a “lens” into your Karma, Bhakti, and Jnana tendencies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een Color">
  <a:themeElements>
    <a:clrScheme name="Green Color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Green Color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reen Colo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WPS Presentation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Green Color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Juno Joyce</cp:lastModifiedBy>
  <cp:revision>3</cp:revision>
  <dcterms:created xsi:type="dcterms:W3CDTF">2025-07-23T00:59:00Z</dcterms:created>
  <dcterms:modified xsi:type="dcterms:W3CDTF">2026-03-15T20:59:30Z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69A8BB3304454DA482F5C19C9F470ED3_11</vt:lpwstr>
  </property>
  <property fmtid="{D5CDD505-2E9C-101B-9397-08002B2CF9AE}" pid="3" name="KSOProductBuildVer">
    <vt:lpwstr>1033-12.2.0.23196</vt:lpwstr>
  </property>
</Properties>
</file>